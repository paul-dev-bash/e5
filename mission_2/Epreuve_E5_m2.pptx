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13F8B94-ACF0-43C9-8394-EE268977BFFE}">
          <p14:sldIdLst>
            <p14:sldId id="256"/>
            <p14:sldId id="258"/>
            <p14:sldId id="260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2613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BF162-21DB-4D7B-98F8-F91E33427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98226F-E0C1-4ECB-B275-0AADB302D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0A2F48-DEBD-4C2F-91AC-3D78C6B9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0247D2-0B4A-4C77-BB19-373A499C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60230F-532E-4941-A24E-7D6BEC3D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9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4939E-BECA-4F3A-BBD4-0542E8FF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31160-061D-42BA-82E5-8F360175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051A01-D5E9-4065-9216-C70B055B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4336E9-2C37-433E-B507-6B9B7003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F3D3AA-2FBE-4757-9F6B-87FAA343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28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601B7A-83F3-4B7E-8CC9-DFB8A5B5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BEF935-5CB0-481B-8AE5-663E0FFC2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6892FF-E0A3-4F23-88C5-308C0D74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9891F1-1039-4B04-98DE-6C36B32F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ED47B-F56B-4C6C-9A27-5C16A921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17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CBD3C1-58CD-422D-B4BC-FE062E39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2790C-76B8-474C-984A-57D5B3C81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F17B00-474A-46E4-B670-F6079C76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BDFCA5-4CDB-438E-B62D-CDF619B5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645722-BDBD-4BE7-855C-1CD016A6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6446F1-41B8-4575-A321-D160DF9F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39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C9ED5-B85D-4B47-8B0D-CA99017F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7650FE-3D38-4B5C-92A6-2F3CDF15B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2FB161-5906-4EFF-AF43-A9FAC15B0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A4D737-FE1B-42E8-96C3-908E4BE44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F95807-1C05-4B8F-9FFB-64FBF74BD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580901-5B9C-4D4B-8DA4-742E3B74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AA0093-AF88-48CB-B8C0-461A266D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6B20BE-75FB-4A5D-9131-A03113BC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87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E377AD-6362-4C2B-B50B-498B3E25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FC5A1E-6873-4BF4-9E68-A99A88C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D650D2-CAC4-46E7-8616-85AA19F1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1FB3E6-AA33-481F-967A-E92AE447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88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E46FB28-9A1A-4189-873E-1421C537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F1A9E6-14BE-4CA6-AEA8-6C10F26E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280E4-1617-4581-82A2-FD6E7738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84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BE609-D546-4F3D-9F6F-8AF79245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FED05-C6C3-4E3D-9A49-359343BC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3DCD7C-9D54-43A7-BADE-F7BDEFEE1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5CE1B7-43FD-48FF-983D-025CC965E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0B15FB-14A0-47DD-9BB0-374BD292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3B8D02-5FC4-4C6B-822D-59B0F7D6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53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23C27-9940-4CC9-B67A-7E1BBA5D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04EDFA9-677C-41A6-96C6-B822981D7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2D81B7-0329-49A7-8B7C-22DFF9C88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40722F-15D6-40E3-B96F-6AC2C258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2A003B-1AE0-4476-AF20-8CD76029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8C7ADB-25D3-4954-8384-105BCD6C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497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6BDF49-F911-4288-B553-ECF3CD89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FBCC06-B0E4-4EDF-B142-D5C2EDBCC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ED06F4-4717-4CD9-9A03-3C8259D8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FA11F4-1109-4969-BFF3-304D70CF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AE90A6-7D4F-4ECC-81DB-4CF2898E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75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535B39-987F-4726-9E11-9F2CC0FD8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C95EC7-6B52-4504-98E4-8C6903A07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6FCB93-15E8-48B7-8D58-4EA2F069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1A6E46-CE86-4413-9980-40072DD2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976189-A306-4DAA-892D-F21E2D1E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7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940C37B-42BB-4DA7-B8F1-53A4C4DF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A849C9-020C-4A3B-9481-572AC539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46DCD7-6ADA-4587-9F46-564078BFA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F471D7-BF12-4173-9C3B-F860DD83A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389AAD-A00D-4159-9CAD-E1A9ECF61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69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nuel_instalation_&amp;_configuration_GLPI.docx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A4BCD1-F813-4A68-8727-7A3DE67AC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440" y="1049670"/>
            <a:ext cx="1128382" cy="847206"/>
            <a:chOff x="7393391" y="1075612"/>
            <a:chExt cx="1128382" cy="84720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A6F8ABB-6C5D-4349-9E1B-198D1ABF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9641" y="2134209"/>
            <a:ext cx="4840399" cy="4290450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E4B9AB89-BA23-4985-97B3-EB677E496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0608" y="421767"/>
            <a:ext cx="2847251" cy="2523756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386D2E8-570B-4172-A747-5A6D7A24F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454" y="3106042"/>
            <a:ext cx="4132771" cy="2273022"/>
          </a:xfrm>
          <a:prstGeom prst="rect">
            <a:avLst/>
          </a:prstGeom>
        </p:spPr>
      </p:pic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36FC9198-E7C0-476E-AEEA-E406CF30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854" y="4490695"/>
            <a:ext cx="2071275" cy="1835943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98D33D-F9A0-4270-8430-0A9D35DDC0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02" t="15876" r="14939" b="13627"/>
          <a:stretch/>
        </p:blipFill>
        <p:spPr>
          <a:xfrm>
            <a:off x="6525520" y="837179"/>
            <a:ext cx="1511285" cy="15864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B7291C9-02E8-47E9-A2C2-F15AFA30A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277" y="2599136"/>
            <a:ext cx="3959889" cy="189155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fr-FR" sz="4000" b="1" dirty="0"/>
              <a:t>Automatisation</a:t>
            </a:r>
            <a:r>
              <a:rPr lang="en-US" sz="4000" b="1" dirty="0"/>
              <a:t> de </a:t>
            </a:r>
            <a:r>
              <a:rPr lang="fr-FR" sz="4000" b="1" dirty="0"/>
              <a:t>l’inventaire</a:t>
            </a:r>
            <a:r>
              <a:rPr lang="en-US" sz="4000" b="1" dirty="0"/>
              <a:t> du parc </a:t>
            </a:r>
            <a:r>
              <a:rPr lang="fr-FR" sz="4000" b="1" dirty="0"/>
              <a:t>informatique</a:t>
            </a:r>
            <a:r>
              <a:rPr lang="en-US" sz="4000" b="1" dirty="0"/>
              <a:t> </a:t>
            </a:r>
          </a:p>
        </p:txBody>
      </p:sp>
      <p:pic>
        <p:nvPicPr>
          <p:cNvPr id="14" name="Image 13" descr="Une image contenant texte, signe&#10;&#10;Description générée automatiquement">
            <a:extLst>
              <a:ext uri="{FF2B5EF4-FFF2-40B4-BE49-F238E27FC236}">
                <a16:creationId xmlns:a16="http://schemas.microsoft.com/office/drawing/2014/main" id="{1BA06111-6317-46A6-B64F-944873D6D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93" y="5019605"/>
            <a:ext cx="1774099" cy="66528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DC51A78-F5D9-4CA0-956E-4D7DE6C0F849}"/>
              </a:ext>
            </a:extLst>
          </p:cNvPr>
          <p:cNvSpPr txBox="1"/>
          <p:nvPr/>
        </p:nvSpPr>
        <p:spPr>
          <a:xfrm>
            <a:off x="401043" y="34008"/>
            <a:ext cx="6359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6000" dirty="0">
                <a:solidFill>
                  <a:schemeClr val="accent1"/>
                </a:solidFill>
                <a:ea typeface="+mj-ea"/>
                <a:cs typeface="+mj-cs"/>
              </a:rPr>
              <a:t>L</a:t>
            </a:r>
            <a:r>
              <a:rPr lang="en-US" sz="6000" kern="1200" dirty="0">
                <a:solidFill>
                  <a:schemeClr val="accent1"/>
                </a:solidFill>
                <a:ea typeface="+mj-ea"/>
                <a:cs typeface="+mj-cs"/>
              </a:rPr>
              <a:t>a Société Poisson</a:t>
            </a:r>
            <a:endParaRPr lang="fr-FR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2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7291C9-02E8-47E9-A2C2-F15AFA30A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63" y="1760905"/>
            <a:ext cx="5815013" cy="4382752"/>
          </a:xfrm>
        </p:spPr>
        <p:txBody>
          <a:bodyPr anchor="t">
            <a:normAutofit/>
          </a:bodyPr>
          <a:lstStyle/>
          <a:p>
            <a:pPr algn="l"/>
            <a:r>
              <a:rPr lang="fr-FR" sz="2000" dirty="0"/>
              <a:t>Secteur d’activité : </a:t>
            </a:r>
            <a:br>
              <a:rPr lang="fr-FR" sz="2000" dirty="0"/>
            </a:br>
            <a:r>
              <a:rPr lang="fr-FR" sz="2000" dirty="0"/>
              <a:t>	agroalimentaire , surgelé produits de la mer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Nombre d’employés : 500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Situé au port du Rhin à Strasbourg et à Brumath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 2 Usine de production de 1000 m²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la société Poisson a été fondé en 2015 et s’est agrandi en 2021 sur le site de Brumath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A3132120-E4CB-49C8-B8EF-259EA8A17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2231779" y="328107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4790887-04CD-496A-AF1A-B762B595B84D}"/>
              </a:ext>
            </a:extLst>
          </p:cNvPr>
          <p:cNvSpPr txBox="1"/>
          <p:nvPr/>
        </p:nvSpPr>
        <p:spPr>
          <a:xfrm>
            <a:off x="4178159" y="418274"/>
            <a:ext cx="33132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L</a:t>
            </a:r>
            <a:r>
              <a:rPr lang="en-US" sz="2800" kern="1200" dirty="0">
                <a:solidFill>
                  <a:schemeClr val="accent1"/>
                </a:solidFill>
                <a:ea typeface="+mj-ea"/>
                <a:cs typeface="+mj-cs"/>
              </a:rPr>
              <a:t>a Société Poisson </a:t>
            </a:r>
            <a:r>
              <a:rPr lang="fr-FR" sz="2800" kern="1200" dirty="0">
                <a:solidFill>
                  <a:schemeClr val="accent1"/>
                </a:solidFill>
                <a:ea typeface="+mj-ea"/>
                <a:cs typeface="+mj-cs"/>
              </a:rPr>
              <a:t>présentation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A766D3F-E0A4-46C6-9C18-12AE362A54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995" t="42406" r="40012" b="15110"/>
          <a:stretch/>
        </p:blipFill>
        <p:spPr>
          <a:xfrm>
            <a:off x="7815717" y="561256"/>
            <a:ext cx="3021449" cy="5056808"/>
          </a:xfrm>
          <a:prstGeom prst="rect">
            <a:avLst/>
          </a:prstGeom>
        </p:spPr>
      </p:pic>
      <p:sp>
        <p:nvSpPr>
          <p:cNvPr id="16" name="Larme 15">
            <a:extLst>
              <a:ext uri="{FF2B5EF4-FFF2-40B4-BE49-F238E27FC236}">
                <a16:creationId xmlns:a16="http://schemas.microsoft.com/office/drawing/2014/main" id="{35942B5F-5D1C-4704-B7BF-8E6ABE1BF2A8}"/>
              </a:ext>
            </a:extLst>
          </p:cNvPr>
          <p:cNvSpPr/>
          <p:nvPr/>
        </p:nvSpPr>
        <p:spPr>
          <a:xfrm rot="8100000">
            <a:off x="8891882" y="1314494"/>
            <a:ext cx="360000" cy="360000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5D5DA00E-1814-4F4F-8335-26F422111ED6}"/>
              </a:ext>
            </a:extLst>
          </p:cNvPr>
          <p:cNvSpPr/>
          <p:nvPr/>
        </p:nvSpPr>
        <p:spPr>
          <a:xfrm rot="8100000">
            <a:off x="9490227" y="3657822"/>
            <a:ext cx="360000" cy="360000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10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E56CB837-1DEB-41D0-BBF0-05D6D2D533A7}"/>
              </a:ext>
            </a:extLst>
          </p:cNvPr>
          <p:cNvSpPr txBox="1"/>
          <p:nvPr/>
        </p:nvSpPr>
        <p:spPr>
          <a:xfrm>
            <a:off x="268197" y="1843140"/>
            <a:ext cx="9358146" cy="185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000" dirty="0"/>
              <a:t>Implantation d’un logiciel de gestion de parc informatique: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Automatisation de l’inventaire du parc informatique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Création d’un server virtuel dédié au logiciel GLPI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B7ACBDA-A80F-4F5D-AB8B-82E4A78E2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2231779" y="328107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4C064CE-89FA-40B4-B5D4-3ACE0C6A5C1A}"/>
              </a:ext>
            </a:extLst>
          </p:cNvPr>
          <p:cNvSpPr txBox="1"/>
          <p:nvPr/>
        </p:nvSpPr>
        <p:spPr>
          <a:xfrm>
            <a:off x="4016655" y="507047"/>
            <a:ext cx="2904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L</a:t>
            </a:r>
            <a:r>
              <a:rPr lang="en-US" sz="2800" kern="1200" dirty="0">
                <a:solidFill>
                  <a:schemeClr val="accent1"/>
                </a:solidFill>
                <a:ea typeface="+mj-ea"/>
                <a:cs typeface="+mj-cs"/>
              </a:rPr>
              <a:t>a Société Poisson</a:t>
            </a:r>
          </a:p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Cahier des charges</a:t>
            </a:r>
            <a:endParaRPr lang="fr-FR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57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3B7ACBDA-A80F-4F5D-AB8B-82E4A78E2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2231779" y="328107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4C064CE-89FA-40B4-B5D4-3ACE0C6A5C1A}"/>
              </a:ext>
            </a:extLst>
          </p:cNvPr>
          <p:cNvSpPr txBox="1"/>
          <p:nvPr/>
        </p:nvSpPr>
        <p:spPr>
          <a:xfrm>
            <a:off x="4016655" y="507047"/>
            <a:ext cx="3302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L</a:t>
            </a:r>
            <a:r>
              <a:rPr lang="en-US" sz="2800" kern="1200" dirty="0">
                <a:solidFill>
                  <a:schemeClr val="accent1"/>
                </a:solidFill>
                <a:ea typeface="+mj-ea"/>
                <a:cs typeface="+mj-cs"/>
              </a:rPr>
              <a:t>a Société Poisson : </a:t>
            </a:r>
            <a:r>
              <a:rPr lang="fr-FR" sz="2800" kern="1200" dirty="0">
                <a:solidFill>
                  <a:schemeClr val="accent1"/>
                </a:solidFill>
                <a:ea typeface="+mj-ea"/>
                <a:cs typeface="+mj-cs"/>
              </a:rPr>
              <a:t>Logiciel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E881345-5F1A-4CF2-828E-00C87E3B0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88" y="1607818"/>
            <a:ext cx="4132771" cy="2273022"/>
          </a:xfrm>
          <a:prstGeom prst="rect">
            <a:avLst/>
          </a:prstGeom>
        </p:spPr>
      </p:pic>
      <p:pic>
        <p:nvPicPr>
          <p:cNvPr id="16" name="Image 15" descr="Une image contenant texte, signe&#10;&#10;Description générée automatiquement">
            <a:extLst>
              <a:ext uri="{FF2B5EF4-FFF2-40B4-BE49-F238E27FC236}">
                <a16:creationId xmlns:a16="http://schemas.microsoft.com/office/drawing/2014/main" id="{AACCC58B-EBEB-425D-831D-CD29E52CD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662" y="4178706"/>
            <a:ext cx="4399437" cy="164978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481FEF1-1C6D-4312-88CB-197B465C683B}"/>
              </a:ext>
            </a:extLst>
          </p:cNvPr>
          <p:cNvSpPr txBox="1"/>
          <p:nvPr/>
        </p:nvSpPr>
        <p:spPr>
          <a:xfrm>
            <a:off x="5383191" y="1765016"/>
            <a:ext cx="6140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logiciel GLPI (Gestionnaire Libre de Parc Informatique):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 logiciel </a:t>
            </a:r>
            <a:r>
              <a:rPr lang="fr-FR" dirty="0" err="1"/>
              <a:t>OpenSource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installer sur un server dédié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Configuration du server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F86918D-B4AA-4002-9BD2-1649B15BF360}"/>
              </a:ext>
            </a:extLst>
          </p:cNvPr>
          <p:cNvSpPr txBox="1"/>
          <p:nvPr/>
        </p:nvSpPr>
        <p:spPr>
          <a:xfrm>
            <a:off x="779635" y="4178706"/>
            <a:ext cx="4471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plugin </a:t>
            </a:r>
            <a:r>
              <a:rPr lang="fr-FR" dirty="0" err="1"/>
              <a:t>FusionInventory</a:t>
            </a:r>
            <a:r>
              <a:rPr lang="fr-FR" dirty="0"/>
              <a:t> associé au logiciel GLPI qui permet d’automatiser l’inventaire du parc informatique 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D55B59-E881-42AB-B07E-896FE262B971}"/>
              </a:ext>
            </a:extLst>
          </p:cNvPr>
          <p:cNvSpPr txBox="1"/>
          <p:nvPr/>
        </p:nvSpPr>
        <p:spPr>
          <a:xfrm>
            <a:off x="234143" y="5860252"/>
            <a:ext cx="432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5" action="ppaction://hlinkfile"/>
              </a:rPr>
              <a:t>Manuel d’installation et de configuration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15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5835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ea typeface="+mj-ea"/>
                <a:cs typeface="+mj-cs"/>
              </a:rPr>
              <a:t>Réseau des 2 sites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5" name="Image 4" descr="Une image contenant texte, moniteur, écran, intérieur&#10;&#10;Description générée automatiquement">
            <a:extLst>
              <a:ext uri="{FF2B5EF4-FFF2-40B4-BE49-F238E27FC236}">
                <a16:creationId xmlns:a16="http://schemas.microsoft.com/office/drawing/2014/main" id="{8F91C29B-1279-49F7-B6E7-0DE6E996D5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73"/>
          <a:stretch/>
        </p:blipFill>
        <p:spPr>
          <a:xfrm>
            <a:off x="197652" y="2404890"/>
            <a:ext cx="11629639" cy="230133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2994380A-CC9E-48AF-8AFA-FBCF479B0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654" y="4629969"/>
            <a:ext cx="4478501" cy="194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13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5835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ea typeface="+mj-ea"/>
                <a:cs typeface="+mj-cs"/>
              </a:rPr>
              <a:t>Résultat de l’inventaire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B34554-6488-4E7A-9204-87C523FE9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96" y="1922401"/>
            <a:ext cx="10451284" cy="45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995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</TotalTime>
  <Words>155</Words>
  <Application>Microsoft Office PowerPoint</Application>
  <PresentationFormat>Grand écran</PresentationFormat>
  <Paragraphs>18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Thème Office</vt:lpstr>
      <vt:lpstr>Automatisation de l’inventaire du parc informatique </vt:lpstr>
      <vt:lpstr>Secteur d’activité :   agroalimentaire , surgelé produits de la mer   Nombre d’employés : 500  Situé au port du Rhin à Strasbourg et à Brumath   2 Usine de production de 1000 m²  la société Poisson a été fondé en 2015 et s’est agrandi en 2021 sur le site de Brumath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Amélioration du réseau escal</dc:title>
  <dc:creator>Paul WOLFF</dc:creator>
  <cp:lastModifiedBy>Paul WOLFF</cp:lastModifiedBy>
  <cp:revision>62</cp:revision>
  <dcterms:created xsi:type="dcterms:W3CDTF">2021-05-29T14:27:01Z</dcterms:created>
  <dcterms:modified xsi:type="dcterms:W3CDTF">2021-12-07T16:52:58Z</dcterms:modified>
</cp:coreProperties>
</file>